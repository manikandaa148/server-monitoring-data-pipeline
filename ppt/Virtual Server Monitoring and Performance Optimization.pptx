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410F24-1303-44B4-A4F2-174C6025EAD0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D12F907-9822-46DB-A481-6ECCFD02539D}">
      <dgm:prSet/>
      <dgm:spPr/>
      <dgm:t>
        <a:bodyPr/>
        <a:lstStyle/>
        <a:p>
          <a:r>
            <a:rPr lang="en-IN"/>
            <a:t>What I have done in the dataset:</a:t>
          </a:r>
          <a:endParaRPr lang="en-US"/>
        </a:p>
      </dgm:t>
    </dgm:pt>
    <dgm:pt modelId="{6769827F-763A-43A2-8FF8-492E6C5242A6}" type="parTrans" cxnId="{3A7A8C39-2D0E-4DBE-8830-B30BDE2874E1}">
      <dgm:prSet/>
      <dgm:spPr/>
      <dgm:t>
        <a:bodyPr/>
        <a:lstStyle/>
        <a:p>
          <a:endParaRPr lang="en-US"/>
        </a:p>
      </dgm:t>
    </dgm:pt>
    <dgm:pt modelId="{278FA66D-556E-479A-AEB2-08D45EEAEA40}" type="sibTrans" cxnId="{3A7A8C39-2D0E-4DBE-8830-B30BDE2874E1}">
      <dgm:prSet/>
      <dgm:spPr/>
      <dgm:t>
        <a:bodyPr/>
        <a:lstStyle/>
        <a:p>
          <a:endParaRPr lang="en-US"/>
        </a:p>
      </dgm:t>
    </dgm:pt>
    <dgm:pt modelId="{0504D4AA-5588-4D00-A9B2-1A58A8DA6C36}">
      <dgm:prSet/>
      <dgm:spPr/>
      <dgm:t>
        <a:bodyPr/>
        <a:lstStyle/>
        <a:p>
          <a:r>
            <a:rPr lang="en-IN"/>
            <a:t>Removed invalid resource utilization values</a:t>
          </a:r>
          <a:endParaRPr lang="en-US"/>
        </a:p>
      </dgm:t>
    </dgm:pt>
    <dgm:pt modelId="{431583DE-13B4-453A-B30D-E62BEF9C4D3B}" type="parTrans" cxnId="{B4734579-4BE4-4195-BB58-F6A0DBF3D966}">
      <dgm:prSet/>
      <dgm:spPr/>
      <dgm:t>
        <a:bodyPr/>
        <a:lstStyle/>
        <a:p>
          <a:endParaRPr lang="en-US"/>
        </a:p>
      </dgm:t>
    </dgm:pt>
    <dgm:pt modelId="{27151342-29FC-45C7-95F9-3B37A13CEA4E}" type="sibTrans" cxnId="{B4734579-4BE4-4195-BB58-F6A0DBF3D966}">
      <dgm:prSet/>
      <dgm:spPr/>
      <dgm:t>
        <a:bodyPr/>
        <a:lstStyle/>
        <a:p>
          <a:endParaRPr lang="en-US"/>
        </a:p>
      </dgm:t>
    </dgm:pt>
    <dgm:pt modelId="{3C74D623-09EE-4218-A2B9-2AFC2D31DBC9}">
      <dgm:prSet/>
      <dgm:spPr/>
      <dgm:t>
        <a:bodyPr/>
        <a:lstStyle/>
        <a:p>
          <a:r>
            <a:rPr lang="en-IN"/>
            <a:t>Handled duplicate server logs</a:t>
          </a:r>
          <a:endParaRPr lang="en-US"/>
        </a:p>
      </dgm:t>
    </dgm:pt>
    <dgm:pt modelId="{12A9D8A5-8761-42D2-B67A-255B3C588880}" type="parTrans" cxnId="{22E226F4-78BB-4184-958A-31CF0BA497BC}">
      <dgm:prSet/>
      <dgm:spPr/>
      <dgm:t>
        <a:bodyPr/>
        <a:lstStyle/>
        <a:p>
          <a:endParaRPr lang="en-US"/>
        </a:p>
      </dgm:t>
    </dgm:pt>
    <dgm:pt modelId="{DBA0A5B4-3826-449D-8AB2-7BA208E1D32D}" type="sibTrans" cxnId="{22E226F4-78BB-4184-958A-31CF0BA497BC}">
      <dgm:prSet/>
      <dgm:spPr/>
      <dgm:t>
        <a:bodyPr/>
        <a:lstStyle/>
        <a:p>
          <a:endParaRPr lang="en-US"/>
        </a:p>
      </dgm:t>
    </dgm:pt>
    <dgm:pt modelId="{8227937C-68B7-4DAE-897B-BCDBCC174310}">
      <dgm:prSet/>
      <dgm:spPr/>
      <dgm:t>
        <a:bodyPr/>
        <a:lstStyle/>
        <a:p>
          <a:r>
            <a:rPr lang="en-IN"/>
            <a:t>Converted timestamps to datetime format</a:t>
          </a:r>
          <a:endParaRPr lang="en-US"/>
        </a:p>
      </dgm:t>
    </dgm:pt>
    <dgm:pt modelId="{69F5CD55-F501-4CA1-9A39-247B34A4297C}" type="parTrans" cxnId="{F9322BE7-7425-41CE-95B8-5DF805B098C8}">
      <dgm:prSet/>
      <dgm:spPr/>
      <dgm:t>
        <a:bodyPr/>
        <a:lstStyle/>
        <a:p>
          <a:endParaRPr lang="en-US"/>
        </a:p>
      </dgm:t>
    </dgm:pt>
    <dgm:pt modelId="{0479496F-9E30-4265-84D3-4C64590CDCEE}" type="sibTrans" cxnId="{F9322BE7-7425-41CE-95B8-5DF805B098C8}">
      <dgm:prSet/>
      <dgm:spPr/>
      <dgm:t>
        <a:bodyPr/>
        <a:lstStyle/>
        <a:p>
          <a:endParaRPr lang="en-US"/>
        </a:p>
      </dgm:t>
    </dgm:pt>
    <dgm:pt modelId="{065D8247-6CB7-4BFD-9C6E-BFEE7B56B83E}">
      <dgm:prSet/>
      <dgm:spPr/>
      <dgm:t>
        <a:bodyPr/>
        <a:lstStyle/>
        <a:p>
          <a:r>
            <a:rPr lang="en-IN" dirty="0"/>
            <a:t>Derived additional monitoring metrics</a:t>
          </a:r>
          <a:endParaRPr lang="en-US" dirty="0"/>
        </a:p>
      </dgm:t>
    </dgm:pt>
    <dgm:pt modelId="{21468856-7DB0-4875-A399-EF2E3D658D3F}" type="parTrans" cxnId="{069F398B-E5A5-441F-A8B6-D2B479826DE7}">
      <dgm:prSet/>
      <dgm:spPr/>
      <dgm:t>
        <a:bodyPr/>
        <a:lstStyle/>
        <a:p>
          <a:endParaRPr lang="en-US"/>
        </a:p>
      </dgm:t>
    </dgm:pt>
    <dgm:pt modelId="{74742306-1E39-412E-A7A9-1DE5106D9185}" type="sibTrans" cxnId="{069F398B-E5A5-441F-A8B6-D2B479826DE7}">
      <dgm:prSet/>
      <dgm:spPr/>
      <dgm:t>
        <a:bodyPr/>
        <a:lstStyle/>
        <a:p>
          <a:endParaRPr lang="en-US"/>
        </a:p>
      </dgm:t>
    </dgm:pt>
    <dgm:pt modelId="{3730F4D7-4657-46F5-BBD9-0B8826C3CB8C}">
      <dgm:prSet/>
      <dgm:spPr/>
      <dgm:t>
        <a:bodyPr/>
        <a:lstStyle/>
        <a:p>
          <a:r>
            <a:rPr lang="en-IN" dirty="0"/>
            <a:t>New metrics created:</a:t>
          </a:r>
          <a:endParaRPr lang="en-US" dirty="0"/>
        </a:p>
      </dgm:t>
    </dgm:pt>
    <dgm:pt modelId="{340A6BF4-D7BE-49DB-B94F-C4575512EFA9}" type="parTrans" cxnId="{8A97A112-5BB6-4394-B7D9-11A299BDCE1D}">
      <dgm:prSet/>
      <dgm:spPr/>
      <dgm:t>
        <a:bodyPr/>
        <a:lstStyle/>
        <a:p>
          <a:endParaRPr lang="en-US"/>
        </a:p>
      </dgm:t>
    </dgm:pt>
    <dgm:pt modelId="{ED7EA836-2B9C-47F2-AFB6-FE3887F771BF}" type="sibTrans" cxnId="{8A97A112-5BB6-4394-B7D9-11A299BDCE1D}">
      <dgm:prSet/>
      <dgm:spPr/>
      <dgm:t>
        <a:bodyPr/>
        <a:lstStyle/>
        <a:p>
          <a:endParaRPr lang="en-US"/>
        </a:p>
      </dgm:t>
    </dgm:pt>
    <dgm:pt modelId="{63474C99-95D5-4280-BA65-7468F3D83046}">
      <dgm:prSet/>
      <dgm:spPr/>
      <dgm:t>
        <a:bodyPr/>
        <a:lstStyle/>
        <a:p>
          <a: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Total Network Traffic</a:t>
          </a:r>
          <a:b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</a:br>
          <a: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Average Network Traffic</a:t>
          </a:r>
          <a:b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</a:br>
          <a: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Server Availability</a:t>
          </a:r>
          <a:b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</a:br>
          <a:r>
            <a:rPr lang="en-IN" b="1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CPU Status Classification</a:t>
          </a:r>
          <a:endParaRPr lang="en-US" b="1" dirty="0">
            <a:solidFill>
              <a:srgbClr val="FFFF00"/>
            </a:solidFill>
            <a:latin typeface="Bodoni MT" panose="02070603080606020203" pitchFamily="18" charset="0"/>
            <a:cs typeface="Aharoni" panose="020F0502020204030204" pitchFamily="2" charset="-79"/>
          </a:endParaRPr>
        </a:p>
      </dgm:t>
    </dgm:pt>
    <dgm:pt modelId="{5C47AF6F-57F4-451D-ABE5-CC956B32850C}" type="parTrans" cxnId="{C22DB7D5-84BA-46E0-902C-3F1623E9654E}">
      <dgm:prSet/>
      <dgm:spPr/>
      <dgm:t>
        <a:bodyPr/>
        <a:lstStyle/>
        <a:p>
          <a:endParaRPr lang="en-US"/>
        </a:p>
      </dgm:t>
    </dgm:pt>
    <dgm:pt modelId="{80647E66-E013-4191-9E31-A8054A67ED69}" type="sibTrans" cxnId="{C22DB7D5-84BA-46E0-902C-3F1623E9654E}">
      <dgm:prSet/>
      <dgm:spPr/>
      <dgm:t>
        <a:bodyPr/>
        <a:lstStyle/>
        <a:p>
          <a:endParaRPr lang="en-US"/>
        </a:p>
      </dgm:t>
    </dgm:pt>
    <dgm:pt modelId="{081F004C-E52A-4104-8168-01A25524376F}" type="pres">
      <dgm:prSet presAssocID="{29410F24-1303-44B4-A4F2-174C6025EAD0}" presName="diagram" presStyleCnt="0">
        <dgm:presLayoutVars>
          <dgm:dir/>
          <dgm:resizeHandles val="exact"/>
        </dgm:presLayoutVars>
      </dgm:prSet>
      <dgm:spPr/>
    </dgm:pt>
    <dgm:pt modelId="{3B7448E9-5F37-4EFD-B342-2B62F3D41537}" type="pres">
      <dgm:prSet presAssocID="{1D12F907-9822-46DB-A481-6ECCFD02539D}" presName="node" presStyleLbl="node1" presStyleIdx="0" presStyleCnt="7">
        <dgm:presLayoutVars>
          <dgm:bulletEnabled val="1"/>
        </dgm:presLayoutVars>
      </dgm:prSet>
      <dgm:spPr/>
    </dgm:pt>
    <dgm:pt modelId="{EEC726CD-6E65-4374-8514-3FE9FE5C4D6E}" type="pres">
      <dgm:prSet presAssocID="{278FA66D-556E-479A-AEB2-08D45EEAEA40}" presName="sibTrans" presStyleCnt="0"/>
      <dgm:spPr/>
    </dgm:pt>
    <dgm:pt modelId="{8E8AEE5B-7B23-45C7-AFF6-E42BAEA5C9A4}" type="pres">
      <dgm:prSet presAssocID="{0504D4AA-5588-4D00-A9B2-1A58A8DA6C36}" presName="node" presStyleLbl="node1" presStyleIdx="1" presStyleCnt="7">
        <dgm:presLayoutVars>
          <dgm:bulletEnabled val="1"/>
        </dgm:presLayoutVars>
      </dgm:prSet>
      <dgm:spPr/>
    </dgm:pt>
    <dgm:pt modelId="{554926B5-A991-4039-8070-ECFA9A727544}" type="pres">
      <dgm:prSet presAssocID="{27151342-29FC-45C7-95F9-3B37A13CEA4E}" presName="sibTrans" presStyleCnt="0"/>
      <dgm:spPr/>
    </dgm:pt>
    <dgm:pt modelId="{6208B7D5-D990-4337-BB3C-19ADE9F9DB6A}" type="pres">
      <dgm:prSet presAssocID="{3C74D623-09EE-4218-A2B9-2AFC2D31DBC9}" presName="node" presStyleLbl="node1" presStyleIdx="2" presStyleCnt="7">
        <dgm:presLayoutVars>
          <dgm:bulletEnabled val="1"/>
        </dgm:presLayoutVars>
      </dgm:prSet>
      <dgm:spPr/>
    </dgm:pt>
    <dgm:pt modelId="{81C5B158-AA1F-4497-81E1-E8E8A603758B}" type="pres">
      <dgm:prSet presAssocID="{DBA0A5B4-3826-449D-8AB2-7BA208E1D32D}" presName="sibTrans" presStyleCnt="0"/>
      <dgm:spPr/>
    </dgm:pt>
    <dgm:pt modelId="{E01CC96E-47DE-46D6-8B03-2BCD9DA2B5BD}" type="pres">
      <dgm:prSet presAssocID="{8227937C-68B7-4DAE-897B-BCDBCC174310}" presName="node" presStyleLbl="node1" presStyleIdx="3" presStyleCnt="7">
        <dgm:presLayoutVars>
          <dgm:bulletEnabled val="1"/>
        </dgm:presLayoutVars>
      </dgm:prSet>
      <dgm:spPr/>
    </dgm:pt>
    <dgm:pt modelId="{8F7BD1DF-00D6-4A6B-8A0F-2D677DE009B5}" type="pres">
      <dgm:prSet presAssocID="{0479496F-9E30-4265-84D3-4C64590CDCEE}" presName="sibTrans" presStyleCnt="0"/>
      <dgm:spPr/>
    </dgm:pt>
    <dgm:pt modelId="{88EF9764-EF67-4A4A-B27B-090A77148E0D}" type="pres">
      <dgm:prSet presAssocID="{065D8247-6CB7-4BFD-9C6E-BFEE7B56B83E}" presName="node" presStyleLbl="node1" presStyleIdx="4" presStyleCnt="7">
        <dgm:presLayoutVars>
          <dgm:bulletEnabled val="1"/>
        </dgm:presLayoutVars>
      </dgm:prSet>
      <dgm:spPr/>
    </dgm:pt>
    <dgm:pt modelId="{1441AA3C-7D84-45C9-B3B7-2C6C2C3F4A53}" type="pres">
      <dgm:prSet presAssocID="{74742306-1E39-412E-A7A9-1DE5106D9185}" presName="sibTrans" presStyleCnt="0"/>
      <dgm:spPr/>
    </dgm:pt>
    <dgm:pt modelId="{5AD1322C-1AEE-44F2-92FD-EDE3E14BB698}" type="pres">
      <dgm:prSet presAssocID="{3730F4D7-4657-46F5-BBD9-0B8826C3CB8C}" presName="node" presStyleLbl="node1" presStyleIdx="5" presStyleCnt="7">
        <dgm:presLayoutVars>
          <dgm:bulletEnabled val="1"/>
        </dgm:presLayoutVars>
      </dgm:prSet>
      <dgm:spPr/>
    </dgm:pt>
    <dgm:pt modelId="{77EDCD6A-D769-4FB0-9F47-820FE394F5DD}" type="pres">
      <dgm:prSet presAssocID="{ED7EA836-2B9C-47F2-AFB6-FE3887F771BF}" presName="sibTrans" presStyleCnt="0"/>
      <dgm:spPr/>
    </dgm:pt>
    <dgm:pt modelId="{3EF99D83-FE01-4E91-AFC2-4E4DAF3C0034}" type="pres">
      <dgm:prSet presAssocID="{63474C99-95D5-4280-BA65-7468F3D83046}" presName="node" presStyleLbl="node1" presStyleIdx="6" presStyleCnt="7" custLinFactNeighborX="40632" custLinFactNeighborY="2011">
        <dgm:presLayoutVars>
          <dgm:bulletEnabled val="1"/>
        </dgm:presLayoutVars>
      </dgm:prSet>
      <dgm:spPr/>
    </dgm:pt>
  </dgm:ptLst>
  <dgm:cxnLst>
    <dgm:cxn modelId="{B3B82D05-58DA-4155-A7CD-39B5C9711FE4}" type="presOf" srcId="{1D12F907-9822-46DB-A481-6ECCFD02539D}" destId="{3B7448E9-5F37-4EFD-B342-2B62F3D41537}" srcOrd="0" destOrd="0" presId="urn:microsoft.com/office/officeart/2005/8/layout/default"/>
    <dgm:cxn modelId="{8A97A112-5BB6-4394-B7D9-11A299BDCE1D}" srcId="{29410F24-1303-44B4-A4F2-174C6025EAD0}" destId="{3730F4D7-4657-46F5-BBD9-0B8826C3CB8C}" srcOrd="5" destOrd="0" parTransId="{340A6BF4-D7BE-49DB-B94F-C4575512EFA9}" sibTransId="{ED7EA836-2B9C-47F2-AFB6-FE3887F771BF}"/>
    <dgm:cxn modelId="{728FCD2D-7C05-4FCA-9B32-8478B9C93939}" type="presOf" srcId="{29410F24-1303-44B4-A4F2-174C6025EAD0}" destId="{081F004C-E52A-4104-8168-01A25524376F}" srcOrd="0" destOrd="0" presId="urn:microsoft.com/office/officeart/2005/8/layout/default"/>
    <dgm:cxn modelId="{3E7D9731-76C2-483D-AB7F-9F7C3B8825A9}" type="presOf" srcId="{065D8247-6CB7-4BFD-9C6E-BFEE7B56B83E}" destId="{88EF9764-EF67-4A4A-B27B-090A77148E0D}" srcOrd="0" destOrd="0" presId="urn:microsoft.com/office/officeart/2005/8/layout/default"/>
    <dgm:cxn modelId="{3A7A8C39-2D0E-4DBE-8830-B30BDE2874E1}" srcId="{29410F24-1303-44B4-A4F2-174C6025EAD0}" destId="{1D12F907-9822-46DB-A481-6ECCFD02539D}" srcOrd="0" destOrd="0" parTransId="{6769827F-763A-43A2-8FF8-492E6C5242A6}" sibTransId="{278FA66D-556E-479A-AEB2-08D45EEAEA40}"/>
    <dgm:cxn modelId="{453E3D3C-2701-4EB3-AD63-DA7F630A846F}" type="presOf" srcId="{63474C99-95D5-4280-BA65-7468F3D83046}" destId="{3EF99D83-FE01-4E91-AFC2-4E4DAF3C0034}" srcOrd="0" destOrd="0" presId="urn:microsoft.com/office/officeart/2005/8/layout/default"/>
    <dgm:cxn modelId="{F3FA1363-FCAC-4A27-9CE3-7C93D341451A}" type="presOf" srcId="{3730F4D7-4657-46F5-BBD9-0B8826C3CB8C}" destId="{5AD1322C-1AEE-44F2-92FD-EDE3E14BB698}" srcOrd="0" destOrd="0" presId="urn:microsoft.com/office/officeart/2005/8/layout/default"/>
    <dgm:cxn modelId="{E8023147-CB88-4084-A5A9-F5DDEEB00D6C}" type="presOf" srcId="{8227937C-68B7-4DAE-897B-BCDBCC174310}" destId="{E01CC96E-47DE-46D6-8B03-2BCD9DA2B5BD}" srcOrd="0" destOrd="0" presId="urn:microsoft.com/office/officeart/2005/8/layout/default"/>
    <dgm:cxn modelId="{E6DC4F47-D58C-4DB0-98E7-9935C954E1DE}" type="presOf" srcId="{3C74D623-09EE-4218-A2B9-2AFC2D31DBC9}" destId="{6208B7D5-D990-4337-BB3C-19ADE9F9DB6A}" srcOrd="0" destOrd="0" presId="urn:microsoft.com/office/officeart/2005/8/layout/default"/>
    <dgm:cxn modelId="{B4734579-4BE4-4195-BB58-F6A0DBF3D966}" srcId="{29410F24-1303-44B4-A4F2-174C6025EAD0}" destId="{0504D4AA-5588-4D00-A9B2-1A58A8DA6C36}" srcOrd="1" destOrd="0" parTransId="{431583DE-13B4-453A-B30D-E62BEF9C4D3B}" sibTransId="{27151342-29FC-45C7-95F9-3B37A13CEA4E}"/>
    <dgm:cxn modelId="{069F398B-E5A5-441F-A8B6-D2B479826DE7}" srcId="{29410F24-1303-44B4-A4F2-174C6025EAD0}" destId="{065D8247-6CB7-4BFD-9C6E-BFEE7B56B83E}" srcOrd="4" destOrd="0" parTransId="{21468856-7DB0-4875-A399-EF2E3D658D3F}" sibTransId="{74742306-1E39-412E-A7A9-1DE5106D9185}"/>
    <dgm:cxn modelId="{3C68FBD0-4256-47F2-A280-875447EFB943}" type="presOf" srcId="{0504D4AA-5588-4D00-A9B2-1A58A8DA6C36}" destId="{8E8AEE5B-7B23-45C7-AFF6-E42BAEA5C9A4}" srcOrd="0" destOrd="0" presId="urn:microsoft.com/office/officeart/2005/8/layout/default"/>
    <dgm:cxn modelId="{C22DB7D5-84BA-46E0-902C-3F1623E9654E}" srcId="{29410F24-1303-44B4-A4F2-174C6025EAD0}" destId="{63474C99-95D5-4280-BA65-7468F3D83046}" srcOrd="6" destOrd="0" parTransId="{5C47AF6F-57F4-451D-ABE5-CC956B32850C}" sibTransId="{80647E66-E013-4191-9E31-A8054A67ED69}"/>
    <dgm:cxn modelId="{F9322BE7-7425-41CE-95B8-5DF805B098C8}" srcId="{29410F24-1303-44B4-A4F2-174C6025EAD0}" destId="{8227937C-68B7-4DAE-897B-BCDBCC174310}" srcOrd="3" destOrd="0" parTransId="{69F5CD55-F501-4CA1-9A39-247B34A4297C}" sibTransId="{0479496F-9E30-4265-84D3-4C64590CDCEE}"/>
    <dgm:cxn modelId="{22E226F4-78BB-4184-958A-31CF0BA497BC}" srcId="{29410F24-1303-44B4-A4F2-174C6025EAD0}" destId="{3C74D623-09EE-4218-A2B9-2AFC2D31DBC9}" srcOrd="2" destOrd="0" parTransId="{12A9D8A5-8761-42D2-B67A-255B3C588880}" sibTransId="{DBA0A5B4-3826-449D-8AB2-7BA208E1D32D}"/>
    <dgm:cxn modelId="{291723A4-2266-4D08-9079-177EDAF0071B}" type="presParOf" srcId="{081F004C-E52A-4104-8168-01A25524376F}" destId="{3B7448E9-5F37-4EFD-B342-2B62F3D41537}" srcOrd="0" destOrd="0" presId="urn:microsoft.com/office/officeart/2005/8/layout/default"/>
    <dgm:cxn modelId="{FAA3D3D6-05A7-487B-A76E-28BA3EAC133E}" type="presParOf" srcId="{081F004C-E52A-4104-8168-01A25524376F}" destId="{EEC726CD-6E65-4374-8514-3FE9FE5C4D6E}" srcOrd="1" destOrd="0" presId="urn:microsoft.com/office/officeart/2005/8/layout/default"/>
    <dgm:cxn modelId="{40A74241-9B33-4E2B-965C-A95322B129FE}" type="presParOf" srcId="{081F004C-E52A-4104-8168-01A25524376F}" destId="{8E8AEE5B-7B23-45C7-AFF6-E42BAEA5C9A4}" srcOrd="2" destOrd="0" presId="urn:microsoft.com/office/officeart/2005/8/layout/default"/>
    <dgm:cxn modelId="{DA60693D-9BFA-46F9-ACA6-7E45B5130A56}" type="presParOf" srcId="{081F004C-E52A-4104-8168-01A25524376F}" destId="{554926B5-A991-4039-8070-ECFA9A727544}" srcOrd="3" destOrd="0" presId="urn:microsoft.com/office/officeart/2005/8/layout/default"/>
    <dgm:cxn modelId="{A431117E-1EFC-422B-B78F-0C9C5924DA9B}" type="presParOf" srcId="{081F004C-E52A-4104-8168-01A25524376F}" destId="{6208B7D5-D990-4337-BB3C-19ADE9F9DB6A}" srcOrd="4" destOrd="0" presId="urn:microsoft.com/office/officeart/2005/8/layout/default"/>
    <dgm:cxn modelId="{8B0F546A-04D0-401D-950A-D31AA54F06E1}" type="presParOf" srcId="{081F004C-E52A-4104-8168-01A25524376F}" destId="{81C5B158-AA1F-4497-81E1-E8E8A603758B}" srcOrd="5" destOrd="0" presId="urn:microsoft.com/office/officeart/2005/8/layout/default"/>
    <dgm:cxn modelId="{BC6C3A36-876A-4AFC-830B-E849A1BCC12A}" type="presParOf" srcId="{081F004C-E52A-4104-8168-01A25524376F}" destId="{E01CC96E-47DE-46D6-8B03-2BCD9DA2B5BD}" srcOrd="6" destOrd="0" presId="urn:microsoft.com/office/officeart/2005/8/layout/default"/>
    <dgm:cxn modelId="{A2E20254-E71B-474F-AEF9-EFD23D4C0714}" type="presParOf" srcId="{081F004C-E52A-4104-8168-01A25524376F}" destId="{8F7BD1DF-00D6-4A6B-8A0F-2D677DE009B5}" srcOrd="7" destOrd="0" presId="urn:microsoft.com/office/officeart/2005/8/layout/default"/>
    <dgm:cxn modelId="{4C4FBF1D-9CCB-45C7-9CFB-8E1201B69A7E}" type="presParOf" srcId="{081F004C-E52A-4104-8168-01A25524376F}" destId="{88EF9764-EF67-4A4A-B27B-090A77148E0D}" srcOrd="8" destOrd="0" presId="urn:microsoft.com/office/officeart/2005/8/layout/default"/>
    <dgm:cxn modelId="{FBE533CE-8587-4CA1-839D-F60DC3E5D160}" type="presParOf" srcId="{081F004C-E52A-4104-8168-01A25524376F}" destId="{1441AA3C-7D84-45C9-B3B7-2C6C2C3F4A53}" srcOrd="9" destOrd="0" presId="urn:microsoft.com/office/officeart/2005/8/layout/default"/>
    <dgm:cxn modelId="{5208003A-A826-4BEE-92DC-DA4263C09967}" type="presParOf" srcId="{081F004C-E52A-4104-8168-01A25524376F}" destId="{5AD1322C-1AEE-44F2-92FD-EDE3E14BB698}" srcOrd="10" destOrd="0" presId="urn:microsoft.com/office/officeart/2005/8/layout/default"/>
    <dgm:cxn modelId="{C905124D-B6DB-4D85-9179-282D61D65999}" type="presParOf" srcId="{081F004C-E52A-4104-8168-01A25524376F}" destId="{77EDCD6A-D769-4FB0-9F47-820FE394F5DD}" srcOrd="11" destOrd="0" presId="urn:microsoft.com/office/officeart/2005/8/layout/default"/>
    <dgm:cxn modelId="{E4A6F79C-DD56-493D-9C0B-7CBEB00A86B5}" type="presParOf" srcId="{081F004C-E52A-4104-8168-01A25524376F}" destId="{3EF99D83-FE01-4E91-AFC2-4E4DAF3C003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B5AC77-05B5-4051-A81E-B9516EE78F6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7E0B39-F771-413B-84C6-0E99E1CC5FC1}">
      <dgm:prSet/>
      <dgm:spPr/>
      <dgm:t>
        <a:bodyPr/>
        <a:lstStyle/>
        <a:p>
          <a:r>
            <a:rPr lang="en-US" b="0" i="0" baseline="0" dirty="0"/>
            <a:t>Some servers show </a:t>
          </a:r>
          <a:r>
            <a:rPr lang="en-US" b="1" i="0" baseline="0" dirty="0"/>
            <a:t>high CPU utilization </a:t>
          </a:r>
          <a:endParaRPr lang="en-US" dirty="0"/>
        </a:p>
      </dgm:t>
    </dgm:pt>
    <dgm:pt modelId="{69378144-5EC6-4A2D-8DA0-9E2F554E705F}" type="parTrans" cxnId="{EB39531B-3024-41D2-8DBB-91E291F93264}">
      <dgm:prSet/>
      <dgm:spPr/>
      <dgm:t>
        <a:bodyPr/>
        <a:lstStyle/>
        <a:p>
          <a:endParaRPr lang="en-US"/>
        </a:p>
      </dgm:t>
    </dgm:pt>
    <dgm:pt modelId="{6C623D85-6686-42C8-AE36-5EE46E91E341}" type="sibTrans" cxnId="{EB39531B-3024-41D2-8DBB-91E291F93264}">
      <dgm:prSet/>
      <dgm:spPr/>
      <dgm:t>
        <a:bodyPr/>
        <a:lstStyle/>
        <a:p>
          <a:endParaRPr lang="en-US"/>
        </a:p>
      </dgm:t>
    </dgm:pt>
    <dgm:pt modelId="{BAE10442-D729-472A-B1A8-5907F12443C2}">
      <dgm:prSet/>
      <dgm:spPr/>
      <dgm:t>
        <a:bodyPr/>
        <a:lstStyle/>
        <a:p>
          <a:r>
            <a:rPr lang="en-US" b="0" i="0" baseline="0" dirty="0"/>
            <a:t>Network traffic patterns indicate </a:t>
          </a:r>
          <a:r>
            <a:rPr lang="en-US" b="1" i="0" baseline="0" dirty="0"/>
            <a:t>peak usage periods</a:t>
          </a:r>
          <a:endParaRPr lang="en-US" dirty="0"/>
        </a:p>
      </dgm:t>
    </dgm:pt>
    <dgm:pt modelId="{6F99CF43-19B6-4CAC-9CB2-CA059A513636}" type="parTrans" cxnId="{C0F96422-3A05-4BA8-AB1A-19FA9C45B58C}">
      <dgm:prSet/>
      <dgm:spPr/>
      <dgm:t>
        <a:bodyPr/>
        <a:lstStyle/>
        <a:p>
          <a:endParaRPr lang="en-US"/>
        </a:p>
      </dgm:t>
    </dgm:pt>
    <dgm:pt modelId="{7FD29D79-1332-4BEF-82BC-8D0479059213}" type="sibTrans" cxnId="{C0F96422-3A05-4BA8-AB1A-19FA9C45B58C}">
      <dgm:prSet/>
      <dgm:spPr/>
      <dgm:t>
        <a:bodyPr/>
        <a:lstStyle/>
        <a:p>
          <a:endParaRPr lang="en-US"/>
        </a:p>
      </dgm:t>
    </dgm:pt>
    <dgm:pt modelId="{ADE6DBCB-778E-4B4F-AFA2-E1BBD9B599BA}">
      <dgm:prSet/>
      <dgm:spPr/>
      <dgm:t>
        <a:bodyPr/>
        <a:lstStyle/>
        <a:p>
          <a:r>
            <a:rPr lang="en-US" b="0" i="0" baseline="0" dirty="0"/>
            <a:t>Server availability remains </a:t>
          </a:r>
          <a:r>
            <a:rPr lang="en-US" b="1" i="0" baseline="0" dirty="0"/>
            <a:t>above X% for most servers</a:t>
          </a:r>
          <a:endParaRPr lang="en-US" dirty="0"/>
        </a:p>
      </dgm:t>
    </dgm:pt>
    <dgm:pt modelId="{8A066F1E-FE4E-40C1-A5EE-741AABA5F1B4}" type="parTrans" cxnId="{BCD1BA2E-8317-4FD1-A605-50808F0762DE}">
      <dgm:prSet/>
      <dgm:spPr/>
      <dgm:t>
        <a:bodyPr/>
        <a:lstStyle/>
        <a:p>
          <a:endParaRPr lang="en-US"/>
        </a:p>
      </dgm:t>
    </dgm:pt>
    <dgm:pt modelId="{1243FDD6-677E-4D7F-B2FE-A4D4C9279313}" type="sibTrans" cxnId="{BCD1BA2E-8317-4FD1-A605-50808F0762DE}">
      <dgm:prSet/>
      <dgm:spPr/>
      <dgm:t>
        <a:bodyPr/>
        <a:lstStyle/>
        <a:p>
          <a:endParaRPr lang="en-US"/>
        </a:p>
      </dgm:t>
    </dgm:pt>
    <dgm:pt modelId="{41C4CE8C-F4CF-4508-B7B8-28223639851F}" type="pres">
      <dgm:prSet presAssocID="{1FB5AC77-05B5-4051-A81E-B9516EE78F6E}" presName="root" presStyleCnt="0">
        <dgm:presLayoutVars>
          <dgm:dir/>
          <dgm:resizeHandles val="exact"/>
        </dgm:presLayoutVars>
      </dgm:prSet>
      <dgm:spPr/>
    </dgm:pt>
    <dgm:pt modelId="{6BC8307E-886B-43CF-9026-F9AEE23BF4EC}" type="pres">
      <dgm:prSet presAssocID="{1FB5AC77-05B5-4051-A81E-B9516EE78F6E}" presName="container" presStyleCnt="0">
        <dgm:presLayoutVars>
          <dgm:dir/>
          <dgm:resizeHandles val="exact"/>
        </dgm:presLayoutVars>
      </dgm:prSet>
      <dgm:spPr/>
    </dgm:pt>
    <dgm:pt modelId="{9B2A9F71-5FBA-489B-97DF-8DF222E65282}" type="pres">
      <dgm:prSet presAssocID="{087E0B39-F771-413B-84C6-0E99E1CC5FC1}" presName="compNode" presStyleCnt="0"/>
      <dgm:spPr/>
    </dgm:pt>
    <dgm:pt modelId="{28A18E1A-2C8A-4F13-801F-3E40A2D8535E}" type="pres">
      <dgm:prSet presAssocID="{087E0B39-F771-413B-84C6-0E99E1CC5FC1}" presName="iconBgRect" presStyleLbl="bgShp" presStyleIdx="0" presStyleCnt="3"/>
      <dgm:spPr/>
    </dgm:pt>
    <dgm:pt modelId="{D9F9C1DE-EDD6-4770-89EA-31C9A9F00D85}" type="pres">
      <dgm:prSet presAssocID="{087E0B39-F771-413B-84C6-0E99E1CC5F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5A85AB1-44AE-4361-AEE8-5C62A9A9D597}" type="pres">
      <dgm:prSet presAssocID="{087E0B39-F771-413B-84C6-0E99E1CC5FC1}" presName="spaceRect" presStyleCnt="0"/>
      <dgm:spPr/>
    </dgm:pt>
    <dgm:pt modelId="{5AED9247-6A90-48D0-B6DE-E5443920931E}" type="pres">
      <dgm:prSet presAssocID="{087E0B39-F771-413B-84C6-0E99E1CC5FC1}" presName="textRect" presStyleLbl="revTx" presStyleIdx="0" presStyleCnt="3">
        <dgm:presLayoutVars>
          <dgm:chMax val="1"/>
          <dgm:chPref val="1"/>
        </dgm:presLayoutVars>
      </dgm:prSet>
      <dgm:spPr/>
    </dgm:pt>
    <dgm:pt modelId="{CA55A940-5484-41B5-944D-AB488C752CF1}" type="pres">
      <dgm:prSet presAssocID="{6C623D85-6686-42C8-AE36-5EE46E91E341}" presName="sibTrans" presStyleLbl="sibTrans2D1" presStyleIdx="0" presStyleCnt="0"/>
      <dgm:spPr/>
    </dgm:pt>
    <dgm:pt modelId="{A39ADB21-E6C6-4128-9AAB-BFAB256D212C}" type="pres">
      <dgm:prSet presAssocID="{BAE10442-D729-472A-B1A8-5907F12443C2}" presName="compNode" presStyleCnt="0"/>
      <dgm:spPr/>
    </dgm:pt>
    <dgm:pt modelId="{BDE0DF92-B6FB-44BD-9647-7AF6142D0AEB}" type="pres">
      <dgm:prSet presAssocID="{BAE10442-D729-472A-B1A8-5907F12443C2}" presName="iconBgRect" presStyleLbl="bgShp" presStyleIdx="1" presStyleCnt="3"/>
      <dgm:spPr/>
    </dgm:pt>
    <dgm:pt modelId="{8AFDB3C9-1C06-41DF-B00F-7A9C482AE41F}" type="pres">
      <dgm:prSet presAssocID="{BAE10442-D729-472A-B1A8-5907F12443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7854AB6-F82C-456C-844A-3265FC5D56B4}" type="pres">
      <dgm:prSet presAssocID="{BAE10442-D729-472A-B1A8-5907F12443C2}" presName="spaceRect" presStyleCnt="0"/>
      <dgm:spPr/>
    </dgm:pt>
    <dgm:pt modelId="{068C961B-C0CC-4E80-B4A1-57EB9863F219}" type="pres">
      <dgm:prSet presAssocID="{BAE10442-D729-472A-B1A8-5907F12443C2}" presName="textRect" presStyleLbl="revTx" presStyleIdx="1" presStyleCnt="3">
        <dgm:presLayoutVars>
          <dgm:chMax val="1"/>
          <dgm:chPref val="1"/>
        </dgm:presLayoutVars>
      </dgm:prSet>
      <dgm:spPr/>
    </dgm:pt>
    <dgm:pt modelId="{D6E165EA-E1D3-4DB9-8D57-4C6B77D0447E}" type="pres">
      <dgm:prSet presAssocID="{7FD29D79-1332-4BEF-82BC-8D0479059213}" presName="sibTrans" presStyleLbl="sibTrans2D1" presStyleIdx="0" presStyleCnt="0"/>
      <dgm:spPr/>
    </dgm:pt>
    <dgm:pt modelId="{DFAD6F37-AB94-4E3A-B488-42DCCD7092D9}" type="pres">
      <dgm:prSet presAssocID="{ADE6DBCB-778E-4B4F-AFA2-E1BBD9B599BA}" presName="compNode" presStyleCnt="0"/>
      <dgm:spPr/>
    </dgm:pt>
    <dgm:pt modelId="{C0D5A1D5-5929-43B0-8EED-E94ADF056A05}" type="pres">
      <dgm:prSet presAssocID="{ADE6DBCB-778E-4B4F-AFA2-E1BBD9B599BA}" presName="iconBgRect" presStyleLbl="bgShp" presStyleIdx="2" presStyleCnt="3"/>
      <dgm:spPr/>
    </dgm:pt>
    <dgm:pt modelId="{225CE05D-C293-4BBC-AE33-30C4B7A6D995}" type="pres">
      <dgm:prSet presAssocID="{ADE6DBCB-778E-4B4F-AFA2-E1BBD9B599B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6B152B7-B874-40A5-A3BA-B43250D3D0EF}" type="pres">
      <dgm:prSet presAssocID="{ADE6DBCB-778E-4B4F-AFA2-E1BBD9B599BA}" presName="spaceRect" presStyleCnt="0"/>
      <dgm:spPr/>
    </dgm:pt>
    <dgm:pt modelId="{9CF6FCF7-0875-488B-8A03-711DC1C81933}" type="pres">
      <dgm:prSet presAssocID="{ADE6DBCB-778E-4B4F-AFA2-E1BBD9B599B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39531B-3024-41D2-8DBB-91E291F93264}" srcId="{1FB5AC77-05B5-4051-A81E-B9516EE78F6E}" destId="{087E0B39-F771-413B-84C6-0E99E1CC5FC1}" srcOrd="0" destOrd="0" parTransId="{69378144-5EC6-4A2D-8DA0-9E2F554E705F}" sibTransId="{6C623D85-6686-42C8-AE36-5EE46E91E341}"/>
    <dgm:cxn modelId="{C0F96422-3A05-4BA8-AB1A-19FA9C45B58C}" srcId="{1FB5AC77-05B5-4051-A81E-B9516EE78F6E}" destId="{BAE10442-D729-472A-B1A8-5907F12443C2}" srcOrd="1" destOrd="0" parTransId="{6F99CF43-19B6-4CAC-9CB2-CA059A513636}" sibTransId="{7FD29D79-1332-4BEF-82BC-8D0479059213}"/>
    <dgm:cxn modelId="{2188882D-C751-46E9-9ED0-6DB3B6128E22}" type="presOf" srcId="{7FD29D79-1332-4BEF-82BC-8D0479059213}" destId="{D6E165EA-E1D3-4DB9-8D57-4C6B77D0447E}" srcOrd="0" destOrd="0" presId="urn:microsoft.com/office/officeart/2018/2/layout/IconCircleList"/>
    <dgm:cxn modelId="{BCD1BA2E-8317-4FD1-A605-50808F0762DE}" srcId="{1FB5AC77-05B5-4051-A81E-B9516EE78F6E}" destId="{ADE6DBCB-778E-4B4F-AFA2-E1BBD9B599BA}" srcOrd="2" destOrd="0" parTransId="{8A066F1E-FE4E-40C1-A5EE-741AABA5F1B4}" sibTransId="{1243FDD6-677E-4D7F-B2FE-A4D4C9279313}"/>
    <dgm:cxn modelId="{B31EA880-3D44-420D-A2EF-EDA794E02FB4}" type="presOf" srcId="{087E0B39-F771-413B-84C6-0E99E1CC5FC1}" destId="{5AED9247-6A90-48D0-B6DE-E5443920931E}" srcOrd="0" destOrd="0" presId="urn:microsoft.com/office/officeart/2018/2/layout/IconCircleList"/>
    <dgm:cxn modelId="{89652A8B-0B5B-4E8D-B430-8218395A6490}" type="presOf" srcId="{6C623D85-6686-42C8-AE36-5EE46E91E341}" destId="{CA55A940-5484-41B5-944D-AB488C752CF1}" srcOrd="0" destOrd="0" presId="urn:microsoft.com/office/officeart/2018/2/layout/IconCircleList"/>
    <dgm:cxn modelId="{9EF39AD2-EDD4-4603-896B-FF0476A6F9F8}" type="presOf" srcId="{1FB5AC77-05B5-4051-A81E-B9516EE78F6E}" destId="{41C4CE8C-F4CF-4508-B7B8-28223639851F}" srcOrd="0" destOrd="0" presId="urn:microsoft.com/office/officeart/2018/2/layout/IconCircleList"/>
    <dgm:cxn modelId="{F4D77FEC-C51C-430E-93BA-4E7735D313C8}" type="presOf" srcId="{BAE10442-D729-472A-B1A8-5907F12443C2}" destId="{068C961B-C0CC-4E80-B4A1-57EB9863F219}" srcOrd="0" destOrd="0" presId="urn:microsoft.com/office/officeart/2018/2/layout/IconCircleList"/>
    <dgm:cxn modelId="{B1A12DF2-CCC6-4E75-A2FF-AE2A7C0650A6}" type="presOf" srcId="{ADE6DBCB-778E-4B4F-AFA2-E1BBD9B599BA}" destId="{9CF6FCF7-0875-488B-8A03-711DC1C81933}" srcOrd="0" destOrd="0" presId="urn:microsoft.com/office/officeart/2018/2/layout/IconCircleList"/>
    <dgm:cxn modelId="{66AF72B1-894F-489D-82F0-4EE68AFB892D}" type="presParOf" srcId="{41C4CE8C-F4CF-4508-B7B8-28223639851F}" destId="{6BC8307E-886B-43CF-9026-F9AEE23BF4EC}" srcOrd="0" destOrd="0" presId="urn:microsoft.com/office/officeart/2018/2/layout/IconCircleList"/>
    <dgm:cxn modelId="{B7A5C908-E383-42C1-BB15-DA33434589B6}" type="presParOf" srcId="{6BC8307E-886B-43CF-9026-F9AEE23BF4EC}" destId="{9B2A9F71-5FBA-489B-97DF-8DF222E65282}" srcOrd="0" destOrd="0" presId="urn:microsoft.com/office/officeart/2018/2/layout/IconCircleList"/>
    <dgm:cxn modelId="{E5064461-34C4-463D-A7A9-A371273EB353}" type="presParOf" srcId="{9B2A9F71-5FBA-489B-97DF-8DF222E65282}" destId="{28A18E1A-2C8A-4F13-801F-3E40A2D8535E}" srcOrd="0" destOrd="0" presId="urn:microsoft.com/office/officeart/2018/2/layout/IconCircleList"/>
    <dgm:cxn modelId="{4636DB4D-2DB5-4A7E-B4C8-6C26CF8DC23A}" type="presParOf" srcId="{9B2A9F71-5FBA-489B-97DF-8DF222E65282}" destId="{D9F9C1DE-EDD6-4770-89EA-31C9A9F00D85}" srcOrd="1" destOrd="0" presId="urn:microsoft.com/office/officeart/2018/2/layout/IconCircleList"/>
    <dgm:cxn modelId="{8BFB8E42-5E96-48CF-AB8D-87D0255B30B7}" type="presParOf" srcId="{9B2A9F71-5FBA-489B-97DF-8DF222E65282}" destId="{C5A85AB1-44AE-4361-AEE8-5C62A9A9D597}" srcOrd="2" destOrd="0" presId="urn:microsoft.com/office/officeart/2018/2/layout/IconCircleList"/>
    <dgm:cxn modelId="{6B4BA2C7-6347-4118-9048-BC4832B8D8EA}" type="presParOf" srcId="{9B2A9F71-5FBA-489B-97DF-8DF222E65282}" destId="{5AED9247-6A90-48D0-B6DE-E5443920931E}" srcOrd="3" destOrd="0" presId="urn:microsoft.com/office/officeart/2018/2/layout/IconCircleList"/>
    <dgm:cxn modelId="{525D1340-D5F3-42E7-9ABE-7FFD0C27A483}" type="presParOf" srcId="{6BC8307E-886B-43CF-9026-F9AEE23BF4EC}" destId="{CA55A940-5484-41B5-944D-AB488C752CF1}" srcOrd="1" destOrd="0" presId="urn:microsoft.com/office/officeart/2018/2/layout/IconCircleList"/>
    <dgm:cxn modelId="{9EFBD10F-FB90-45BC-8F4F-175E9B1BF125}" type="presParOf" srcId="{6BC8307E-886B-43CF-9026-F9AEE23BF4EC}" destId="{A39ADB21-E6C6-4128-9AAB-BFAB256D212C}" srcOrd="2" destOrd="0" presId="urn:microsoft.com/office/officeart/2018/2/layout/IconCircleList"/>
    <dgm:cxn modelId="{E3708A98-4676-40A1-94CF-3B9A38489DFE}" type="presParOf" srcId="{A39ADB21-E6C6-4128-9AAB-BFAB256D212C}" destId="{BDE0DF92-B6FB-44BD-9647-7AF6142D0AEB}" srcOrd="0" destOrd="0" presId="urn:microsoft.com/office/officeart/2018/2/layout/IconCircleList"/>
    <dgm:cxn modelId="{483D52E4-F0AB-4193-9A73-60529342FEE6}" type="presParOf" srcId="{A39ADB21-E6C6-4128-9AAB-BFAB256D212C}" destId="{8AFDB3C9-1C06-41DF-B00F-7A9C482AE41F}" srcOrd="1" destOrd="0" presId="urn:microsoft.com/office/officeart/2018/2/layout/IconCircleList"/>
    <dgm:cxn modelId="{82E96362-0008-4CA9-B83F-4E33FC49A139}" type="presParOf" srcId="{A39ADB21-E6C6-4128-9AAB-BFAB256D212C}" destId="{87854AB6-F82C-456C-844A-3265FC5D56B4}" srcOrd="2" destOrd="0" presId="urn:microsoft.com/office/officeart/2018/2/layout/IconCircleList"/>
    <dgm:cxn modelId="{583AFF01-BA7A-4639-ACFF-1D3CD908BB67}" type="presParOf" srcId="{A39ADB21-E6C6-4128-9AAB-BFAB256D212C}" destId="{068C961B-C0CC-4E80-B4A1-57EB9863F219}" srcOrd="3" destOrd="0" presId="urn:microsoft.com/office/officeart/2018/2/layout/IconCircleList"/>
    <dgm:cxn modelId="{8D684AAA-F6FE-4A3A-A9B3-B6BDBFE99AB0}" type="presParOf" srcId="{6BC8307E-886B-43CF-9026-F9AEE23BF4EC}" destId="{D6E165EA-E1D3-4DB9-8D57-4C6B77D0447E}" srcOrd="3" destOrd="0" presId="urn:microsoft.com/office/officeart/2018/2/layout/IconCircleList"/>
    <dgm:cxn modelId="{0DD0324E-7D23-470C-B0A6-CB18D63BDD48}" type="presParOf" srcId="{6BC8307E-886B-43CF-9026-F9AEE23BF4EC}" destId="{DFAD6F37-AB94-4E3A-B488-42DCCD7092D9}" srcOrd="4" destOrd="0" presId="urn:microsoft.com/office/officeart/2018/2/layout/IconCircleList"/>
    <dgm:cxn modelId="{A9686228-C4EB-4F1B-96F1-1F0FA647F2DE}" type="presParOf" srcId="{DFAD6F37-AB94-4E3A-B488-42DCCD7092D9}" destId="{C0D5A1D5-5929-43B0-8EED-E94ADF056A05}" srcOrd="0" destOrd="0" presId="urn:microsoft.com/office/officeart/2018/2/layout/IconCircleList"/>
    <dgm:cxn modelId="{81BD1436-1600-4DFE-9A71-2B53A2672A8F}" type="presParOf" srcId="{DFAD6F37-AB94-4E3A-B488-42DCCD7092D9}" destId="{225CE05D-C293-4BBC-AE33-30C4B7A6D995}" srcOrd="1" destOrd="0" presId="urn:microsoft.com/office/officeart/2018/2/layout/IconCircleList"/>
    <dgm:cxn modelId="{D2AF3E98-AA27-4C9C-9467-09D2EDEA8672}" type="presParOf" srcId="{DFAD6F37-AB94-4E3A-B488-42DCCD7092D9}" destId="{46B152B7-B874-40A5-A3BA-B43250D3D0EF}" srcOrd="2" destOrd="0" presId="urn:microsoft.com/office/officeart/2018/2/layout/IconCircleList"/>
    <dgm:cxn modelId="{3571177C-E9E8-4C6C-A7FF-364A8A361172}" type="presParOf" srcId="{DFAD6F37-AB94-4E3A-B488-42DCCD7092D9}" destId="{9CF6FCF7-0875-488B-8A03-711DC1C8193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448E9-5F37-4EFD-B342-2B62F3D41537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What I have done in the dataset:</a:t>
          </a:r>
          <a:endParaRPr lang="en-US" sz="1800" kern="1200"/>
        </a:p>
      </dsp:txBody>
      <dsp:txXfrm>
        <a:off x="3080" y="587032"/>
        <a:ext cx="2444055" cy="1466433"/>
      </dsp:txXfrm>
    </dsp:sp>
    <dsp:sp modelId="{8E8AEE5B-7B23-45C7-AFF6-E42BAEA5C9A4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Removed invalid resource utilization values</a:t>
          </a:r>
          <a:endParaRPr lang="en-US" sz="1800" kern="1200"/>
        </a:p>
      </dsp:txBody>
      <dsp:txXfrm>
        <a:off x="2691541" y="587032"/>
        <a:ext cx="2444055" cy="1466433"/>
      </dsp:txXfrm>
    </dsp:sp>
    <dsp:sp modelId="{6208B7D5-D990-4337-BB3C-19ADE9F9DB6A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Handled duplicate server logs</a:t>
          </a:r>
          <a:endParaRPr lang="en-US" sz="1800" kern="1200"/>
        </a:p>
      </dsp:txBody>
      <dsp:txXfrm>
        <a:off x="5380002" y="587032"/>
        <a:ext cx="2444055" cy="1466433"/>
      </dsp:txXfrm>
    </dsp:sp>
    <dsp:sp modelId="{E01CC96E-47DE-46D6-8B03-2BCD9DA2B5BD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Converted timestamps to datetime format</a:t>
          </a:r>
          <a:endParaRPr lang="en-US" sz="1800" kern="1200"/>
        </a:p>
      </dsp:txBody>
      <dsp:txXfrm>
        <a:off x="8068463" y="587032"/>
        <a:ext cx="2444055" cy="1466433"/>
      </dsp:txXfrm>
    </dsp:sp>
    <dsp:sp modelId="{88EF9764-EF67-4A4A-B27B-090A77148E0D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Derived additional monitoring metrics</a:t>
          </a:r>
          <a:endParaRPr lang="en-US" sz="1800" kern="1200" dirty="0"/>
        </a:p>
      </dsp:txBody>
      <dsp:txXfrm>
        <a:off x="1347311" y="2297871"/>
        <a:ext cx="2444055" cy="1466433"/>
      </dsp:txXfrm>
    </dsp:sp>
    <dsp:sp modelId="{5AD1322C-1AEE-44F2-92FD-EDE3E14BB698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New metrics created:</a:t>
          </a:r>
          <a:endParaRPr lang="en-US" sz="1800" kern="1200" dirty="0"/>
        </a:p>
      </dsp:txBody>
      <dsp:txXfrm>
        <a:off x="4035772" y="2297871"/>
        <a:ext cx="2444055" cy="1466433"/>
      </dsp:txXfrm>
    </dsp:sp>
    <dsp:sp modelId="{3EF99D83-FE01-4E91-AFC2-4E4DAF3C0034}">
      <dsp:nvSpPr>
        <dsp:cNvPr id="0" name=""/>
        <dsp:cNvSpPr/>
      </dsp:nvSpPr>
      <dsp:spPr>
        <a:xfrm>
          <a:off x="7717301" y="232736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Total Network Traffic</a:t>
          </a:r>
          <a:b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</a:br>
          <a: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Average Network Traffic</a:t>
          </a:r>
          <a:b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</a:br>
          <a: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Server Availability</a:t>
          </a:r>
          <a:b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</a:br>
          <a:r>
            <a:rPr lang="en-IN" sz="1800" b="1" kern="1200" dirty="0">
              <a:solidFill>
                <a:srgbClr val="FFFF00"/>
              </a:solidFill>
              <a:latin typeface="Bodoni MT" panose="02070603080606020203" pitchFamily="18" charset="0"/>
              <a:cs typeface="Aharoni" panose="020F0502020204030204" pitchFamily="2" charset="-79"/>
            </a:rPr>
            <a:t>CPU Status Classification</a:t>
          </a:r>
          <a:endParaRPr lang="en-US" sz="1800" b="1" kern="1200" dirty="0">
            <a:solidFill>
              <a:srgbClr val="FFFF00"/>
            </a:solidFill>
            <a:latin typeface="Bodoni MT" panose="02070603080606020203" pitchFamily="18" charset="0"/>
            <a:cs typeface="Aharoni" panose="020F0502020204030204" pitchFamily="2" charset="-79"/>
          </a:endParaRPr>
        </a:p>
      </dsp:txBody>
      <dsp:txXfrm>
        <a:off x="7717301" y="232736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18E1A-2C8A-4F13-801F-3E40A2D8535E}">
      <dsp:nvSpPr>
        <dsp:cNvPr id="0" name=""/>
        <dsp:cNvSpPr/>
      </dsp:nvSpPr>
      <dsp:spPr>
        <a:xfrm>
          <a:off x="205509" y="13888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9C1DE-EDD6-4770-89EA-31C9A9F00D85}">
      <dsp:nvSpPr>
        <dsp:cNvPr id="0" name=""/>
        <dsp:cNvSpPr/>
      </dsp:nvSpPr>
      <dsp:spPr>
        <a:xfrm>
          <a:off x="396960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D9247-6A90-48D0-B6DE-E5443920931E}">
      <dsp:nvSpPr>
        <dsp:cNvPr id="0" name=""/>
        <dsp:cNvSpPr/>
      </dsp:nvSpPr>
      <dsp:spPr>
        <a:xfrm>
          <a:off x="1312541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Some servers show </a:t>
          </a:r>
          <a:r>
            <a:rPr lang="en-US" sz="1900" b="1" i="0" kern="1200" baseline="0" dirty="0"/>
            <a:t>high CPU utilization </a:t>
          </a:r>
          <a:endParaRPr lang="en-US" sz="1900" kern="1200" dirty="0"/>
        </a:p>
      </dsp:txBody>
      <dsp:txXfrm>
        <a:off x="1312541" y="1388865"/>
        <a:ext cx="2148945" cy="911674"/>
      </dsp:txXfrm>
    </dsp:sp>
    <dsp:sp modelId="{BDE0DF92-B6FB-44BD-9647-7AF6142D0AEB}">
      <dsp:nvSpPr>
        <dsp:cNvPr id="0" name=""/>
        <dsp:cNvSpPr/>
      </dsp:nvSpPr>
      <dsp:spPr>
        <a:xfrm>
          <a:off x="3835925" y="13888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DB3C9-1C06-41DF-B00F-7A9C482AE41F}">
      <dsp:nvSpPr>
        <dsp:cNvPr id="0" name=""/>
        <dsp:cNvSpPr/>
      </dsp:nvSpPr>
      <dsp:spPr>
        <a:xfrm>
          <a:off x="4027376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C961B-C0CC-4E80-B4A1-57EB9863F219}">
      <dsp:nvSpPr>
        <dsp:cNvPr id="0" name=""/>
        <dsp:cNvSpPr/>
      </dsp:nvSpPr>
      <dsp:spPr>
        <a:xfrm>
          <a:off x="4942957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Network traffic patterns indicate </a:t>
          </a:r>
          <a:r>
            <a:rPr lang="en-US" sz="1900" b="1" i="0" kern="1200" baseline="0" dirty="0"/>
            <a:t>peak usage periods</a:t>
          </a:r>
          <a:endParaRPr lang="en-US" sz="1900" kern="1200" dirty="0"/>
        </a:p>
      </dsp:txBody>
      <dsp:txXfrm>
        <a:off x="4942957" y="1388865"/>
        <a:ext cx="2148945" cy="911674"/>
      </dsp:txXfrm>
    </dsp:sp>
    <dsp:sp modelId="{C0D5A1D5-5929-43B0-8EED-E94ADF056A05}">
      <dsp:nvSpPr>
        <dsp:cNvPr id="0" name=""/>
        <dsp:cNvSpPr/>
      </dsp:nvSpPr>
      <dsp:spPr>
        <a:xfrm>
          <a:off x="7466341" y="13888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CE05D-C293-4BBC-AE33-30C4B7A6D995}">
      <dsp:nvSpPr>
        <dsp:cNvPr id="0" name=""/>
        <dsp:cNvSpPr/>
      </dsp:nvSpPr>
      <dsp:spPr>
        <a:xfrm>
          <a:off x="7657792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6FCF7-0875-488B-8A03-711DC1C81933}">
      <dsp:nvSpPr>
        <dsp:cNvPr id="0" name=""/>
        <dsp:cNvSpPr/>
      </dsp:nvSpPr>
      <dsp:spPr>
        <a:xfrm>
          <a:off x="8573374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Server availability remains </a:t>
          </a:r>
          <a:r>
            <a:rPr lang="en-US" sz="1900" b="1" i="0" kern="1200" baseline="0" dirty="0"/>
            <a:t>above X% for most servers</a:t>
          </a:r>
          <a:endParaRPr lang="en-US" sz="1900" kern="1200" dirty="0"/>
        </a:p>
      </dsp:txBody>
      <dsp:txXfrm>
        <a:off x="8573374" y="1388865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2E115-069A-456E-8E92-100EFEEE73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7B077-1CCA-431C-8EB5-F24DAACE5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23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97B077-1CCA-431C-8EB5-F24DAACE5CB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962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2E7C-1B2B-738F-F811-6F40C883E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80563-8A85-B032-6CA2-CC2E083F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A18F7-20D0-AE54-AA67-A18AC16B8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FC8C-4881-6979-BE1E-D6EC405F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4F0C7-519D-3F56-1A4B-B3FAE90C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43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8C0E-5757-E070-3708-AC35EA15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1A5E-1969-D59D-A723-A06377F77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CA165-A962-4639-D6AE-91AB444CA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9017B-5545-3CA7-4C8B-8775C9AD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137F4-6D8A-AC93-BB46-433F33AD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38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214E-5682-8BE9-53C7-345163E2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9E5E6-B53F-D499-B00C-0917FA0D5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BB387-E254-0D77-83F2-A93DF3EC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0A8F6-5B51-60FB-2B9E-2C4DA9DC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3734-6396-F410-1315-235C3568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60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17B5-C472-4C01-1E0A-D7BB62C37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028AF-3FEB-38BA-1CE6-C08810C72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E4653-6E69-A038-3BB1-02D3B0AF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11F72-CF4D-C243-2291-54AF8300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B2D31-7E03-9389-E993-39FEDD93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D6C10-5FC0-7BE7-5BBB-67CA9DE7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85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DD76-7875-150F-C884-E497083AB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E6232-B30F-82E2-DB8E-A5C20F13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6E84A-F9A2-A3C9-8528-4B0CE6C00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D68CC-E2DA-63F9-8DF4-85755C178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60FA3-ACC3-57A3-0DE5-222112DB3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A7854-CA66-8198-C416-958757E6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0CC0C-A42B-A982-30D2-744C004AF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1D09F-7378-64FE-D637-BB20563F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87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E0EA-213D-EA40-7C9C-1B5687FB5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1542F-8C56-5B7C-9D4A-2EB30CCB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79302-C01A-4273-6152-40FF2B07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C29CF-9264-1FFA-3367-7E5E71EB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46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82B61-6F1E-D300-483D-A2545544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6562C-0EEA-39C2-6A8A-5E1D3598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E3FD-D5E7-FBC6-3EA3-0ECE3C8A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9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32ED-0EE6-B8A0-4A52-F788BC84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1D6E2-DD4D-761C-0342-82BE78086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E7419-9CFF-E43D-78E0-770107BA7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B01CE-6A2D-7873-C107-8E311FBB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FBEF4-8658-F090-D207-13CDD729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7765D-AFE6-B676-BF11-FA98A92A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2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9C88-FAAE-1604-7E2D-F07377586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DD732-EB2A-21EB-5797-BA53EE3F9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F62C1-8C72-D98C-839A-7760647AA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A69E-F179-3EEE-0D9B-146F176F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CBE6B-5A8F-9D6E-CB55-2A0A316E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2717B-987F-F6E5-7A16-CE48BD67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9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5044E-5340-F9B9-52E8-ADDB4AC2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97270-91E6-1BF6-9912-82FB933B4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1735-9D42-F326-86E6-A6A8BF03E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DBCD-255F-D7FE-1F4F-D7F1B5B6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1209D-7ACC-81CA-0E65-5C0D3C87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14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52710-1DF3-4B17-3A41-A0636B774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9B129-A8D9-FBC4-2808-0660CEA28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2021D-835E-8046-0705-22EC43C9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3E23-965E-BF9B-8232-E04201F5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455F-ECEF-E266-C0A1-E7807AB6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14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25F9D-89F7-9C41-8C24-D185A82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6DA91-3338-3D49-687A-5204DD0C8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FDB0-BB2F-BE7B-6163-577D9C107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11A80-6F9E-4EEF-8044-96C4771D0E35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02077-1E43-A28F-223E-6F077598E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02E20-8430-0FAE-7D12-68153765C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C12F5-8F83-476C-BC44-A71C3E7A4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20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34E0-E3FE-13B7-C8AF-C0EA3FCD1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183329" cy="3066179"/>
          </a:xfrm>
        </p:spPr>
        <p:txBody>
          <a:bodyPr>
            <a:normAutofit fontScale="90000"/>
          </a:bodyPr>
          <a:lstStyle/>
          <a:p>
            <a:r>
              <a:rPr lang="en-US" sz="6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Virtual Server Monitoring and Performance Optimization</a:t>
            </a:r>
            <a:endParaRPr lang="en-IN" sz="6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BDFF65-5516-6935-2A4D-CA888F3179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420519" y="5153463"/>
            <a:ext cx="339044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 Manikandaa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Engineer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13/03/2026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775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6C10F-98F5-0385-1F98-92C545C9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Problem Statement</a:t>
            </a:r>
            <a:endParaRPr lang="en-IN" sz="5400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C68767E0-7609-E991-F86D-565FFE252F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45" r="46355" b="-44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7409A-D54E-0435-4ECC-A0D157024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Example: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XYZ Corporation operates a distributed cloud infrastructure with multiple virtual servers hosting critical applications. Monitoring server performance and identifying resource bottlenecks is challenging without an efficient data pipeline. This project builds an end-to-end pipeline to ingest, process, and visualize server performance data.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43861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B936396E-7F1E-5AE3-3916-54DA48C4D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-226938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3C21F-64DC-637A-725F-2F0E79A93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IN" sz="400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84AF-84AE-0F5F-9AAC-7B8EF9B4E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0557" y="2270637"/>
            <a:ext cx="4493242" cy="42222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dirty="0"/>
              <a:t>CSV Server Logs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Python Data Ingestion (Pandas)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Data Cleaning &amp; Transformation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Feature Engineering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Processed Dataset</a:t>
            </a:r>
            <a:br>
              <a:rPr lang="en-IN" sz="2400" dirty="0"/>
            </a:br>
            <a:r>
              <a:rPr lang="en-IN" sz="2400" dirty="0"/>
              <a:t>↓</a:t>
            </a:r>
            <a:br>
              <a:rPr lang="en-IN" sz="2400" dirty="0"/>
            </a:br>
            <a:r>
              <a:rPr lang="en-IN" sz="2400" dirty="0"/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232606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8A70E9-12EB-EAE6-06F4-6BB2264F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409" b="432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C90DCE-9475-4DA4-6189-A078B070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Data Processing</a:t>
            </a:r>
            <a:endParaRPr lang="en-IN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7F14781-46B8-EA02-E400-AF631FD332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2633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46DE73-BE64-6B6B-2577-6B4651A2084D}"/>
              </a:ext>
            </a:extLst>
          </p:cNvPr>
          <p:cNvCxnSpPr>
            <a:cxnSpLocks/>
          </p:cNvCxnSpPr>
          <p:nvPr/>
        </p:nvCxnSpPr>
        <p:spPr>
          <a:xfrm>
            <a:off x="7384026" y="4837471"/>
            <a:ext cx="1140542" cy="0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823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476229-49E4-D90D-B911-3C154EA372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727567-0F03-4AA6-B723-D5DA6F5A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Power BI Dashboard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4ED9E22-0FF6-CE48-D253-D8955DA23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visuals:</a:t>
            </a:r>
          </a:p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CPU utilization trend</a:t>
            </a:r>
          </a:p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Memory usage analysis</a:t>
            </a:r>
          </a:p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Network traffic monitoring</a:t>
            </a:r>
          </a:p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 availability statistics</a:t>
            </a:r>
          </a:p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 health status distribution</a:t>
            </a:r>
          </a:p>
          <a:p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229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B18D4-DC02-9451-2AF5-7B659BBF0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Insights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01D9E07-E542-C431-6D80-0723C3F410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5846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898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6FE0867C-1281-84A6-5128-21BE89C0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56" r="20169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B24AC-6097-D0F2-816F-8F9AB1B7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Challenges &amp; Improvements		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32B90-D85C-5AED-12CF-11CFB9008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IN" sz="1700" dirty="0"/>
              <a:t>Challenges:</a:t>
            </a:r>
          </a:p>
          <a:p>
            <a:r>
              <a:rPr lang="en-IN" sz="1700" dirty="0"/>
              <a:t>Handling timestamp format conversion	</a:t>
            </a:r>
          </a:p>
          <a:p>
            <a:r>
              <a:rPr lang="en-IN" sz="1700" dirty="0"/>
              <a:t>Derive meaningful monitoring metrics</a:t>
            </a:r>
          </a:p>
          <a:p>
            <a:r>
              <a:rPr lang="en-IN" sz="1700" dirty="0"/>
              <a:t>Creating a simple understandable dashboard for clarity</a:t>
            </a:r>
          </a:p>
          <a:p>
            <a:endParaRPr lang="en-IN" sz="1700" dirty="0"/>
          </a:p>
          <a:p>
            <a:r>
              <a:rPr lang="en-IN" sz="1700" dirty="0"/>
              <a:t>Future Improvements:</a:t>
            </a:r>
          </a:p>
          <a:p>
            <a:r>
              <a:rPr lang="en-IN" sz="1700" dirty="0"/>
              <a:t>Real-time streaming pipeline</a:t>
            </a:r>
          </a:p>
          <a:p>
            <a:r>
              <a:rPr lang="en-IN" sz="1700" dirty="0"/>
              <a:t>Alert system for critical servers</a:t>
            </a:r>
          </a:p>
          <a:p>
            <a:r>
              <a:rPr lang="en-IN" sz="1700" dirty="0"/>
              <a:t>Automated anomaly detection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629738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97250-4FCA-00D4-6C3F-A2A113769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609" y="2774465"/>
            <a:ext cx="4805996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8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9410DE1E-3039-55DC-BBCB-59ED28AC5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784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229</Words>
  <Application>Microsoft Office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Bodoni MT</vt:lpstr>
      <vt:lpstr>Segoe UI Semibold</vt:lpstr>
      <vt:lpstr>Office Theme</vt:lpstr>
      <vt:lpstr>Virtual Server Monitoring and Performance Optimization</vt:lpstr>
      <vt:lpstr>Problem Statement</vt:lpstr>
      <vt:lpstr>Architecture</vt:lpstr>
      <vt:lpstr>Data Processing</vt:lpstr>
      <vt:lpstr>Power BI Dashboard</vt:lpstr>
      <vt:lpstr>Key Insights</vt:lpstr>
      <vt:lpstr>Challenges &amp; Improvements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manikandaa mani</dc:creator>
  <cp:lastModifiedBy>manikandaa mani</cp:lastModifiedBy>
  <cp:revision>4</cp:revision>
  <dcterms:created xsi:type="dcterms:W3CDTF">2026-03-13T16:27:47Z</dcterms:created>
  <dcterms:modified xsi:type="dcterms:W3CDTF">2026-03-13T20:16:32Z</dcterms:modified>
</cp:coreProperties>
</file>